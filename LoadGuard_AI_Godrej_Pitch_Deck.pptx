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SLIDE 1 • SOLUTION &amp; TEAM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LoadGuard AI — Autonomous Field Intelligence Platform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Predictive Damage Prevention for Warehouse Loading &amp; Material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CORE VALUE PROPOSITION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"Transforming warehouse CCTV from retrospective recording into an intelligent operational assistant that perceives physics kinematics in real time and intervenes before damage occurs."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5212080" cy="29260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TEAM &amp; SOLUTION DETAILS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App Name: LoadGuard AI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Team Name: Team Vanguard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Members: Aaditya Chourasia &amp; Team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Category: AI Video Intelligence for Warehouse Handling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Built for: Godrej Operations Excellence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91840"/>
            <a:ext cx="5212080" cy="29260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KEY NOVEL INNOVATIONS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✓ Physics-Informed Temporal Kinematics (PI-TK): Free-fall 'g', impact impulse, COG tilt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✓ Responsible AI Privacy Shield: Worker silhouette anonymization (GDPR compliant)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✓ Multilingual Voice Nudge: Sub-50ms audio feedback in Hindi &amp; English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✓ Conversational AI Copilot: Grounded RAG shift assistant for supervisors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✓ 3D Digital Twin: Real-time Three.js loading bay &amp; hazard heatmap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SLIDE 2 • PROBLEM, SOLUTION &amp; USER JOURNEY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Paradigm Shift: From CCTV Recording to Active Damage Prevention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Proactive Interventions Across the Warehouse Operator &amp; Supervisor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82880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THE SEVEN-STAGE FIELD INTELLIGENCE PIPELINE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Warehouse Activity  ➔  Video Ingestion (4K/Mobile)  ➔  AI Perception &amp; Kinematics  ➔  Risk Detection (Drop/Drag/Tilt)  ➔  Multilingual Voice Alert  ➔  Operator Intervention  ➔  Damage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5212080" cy="256032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OPERATOR / LOADER USER JOURNEY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1. Unloading: Worker unloads cartons from vehicle tailboard.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2. Risk Trigger: Heavy box (&gt;25kg) or rapid slip begins.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3. Instant Edge Nudge: Bay speaker announces audio cue ('कृपया दो लोग मिलकर उठाएं') in &lt;38ms.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4. Behavior Correction: Worker adjusts posture/calls buddy; zero damage occurs.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49039"/>
            <a:ext cx="5212080" cy="256032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SUPERVISOR &amp; MANAGER JOURNEY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1. Shift Monitoring: Views 3D Digital Twin loading bays and live risk heatmaps.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2. Copilot Interaction: Asks 'Which bay had most drops?' to get instant grounded insights.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3. Root Cause Investigation: Clicks 1-click Shift RCA for 5-Why and CAPA actions.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4. Continuous Coaching: Awards team gamification badges for zero-drop shifts.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SLIDE 3 • TECHNICAL ARCHITECTURE &amp; TECH STACK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Dual-Stream Fast/Deep Hybrid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Physics-Informed Computer Vision at the Edge + Multi-Modal LLM Supervisor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1. COMPUTER VISION &amp; CV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Object Tracking: YOLOv8 / YOLOv11 for cartons, pallets, forklifts, docks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Pose Skeleton: MediaPipe / YOLO-Pose for spine ergonomics &amp; knee flexion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PI-TK Kinematics Engine: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- Free-fall: a_y = 9.8 m/s²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- Kinetic Energy: E_k = 0.5*m*v²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- Impact Impulse: J = m*Δv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- COG Overhang &amp; Tilt Angle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Responsible AI: Edge silhouette &amp; face anonymization shield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2900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2. AI/ML &amp; LLM COPILOT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Supervisor AI Copilot: Grounded RAG answering natural language shift queries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Automated RCA Engine: Generates 5-Why root cause breakdown and CAPA plans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Temporal Sequence Classifier: Evaluates multi-frame action states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Edge Voice Coach: Web Speech API synthesis in Hindi and English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Latency: &lt;38ms edge inference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2900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3. FRONTEND &amp; 3D TWIN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Framework: React 18 + Vite + TailwindCSS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3D Digital Twin: Three.js WebGL rendering loading bays 1-4 &amp; animated forklift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Hazard Heatmap: Dynamic spatial interpolation of drop &amp; friction hotspots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Canvas 2D HUD: Real-time velocity/acceleration vectors and skeleton tracking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Backend API: FastAPI + Uvicorn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SLIDE 4 • PROTOTYPE &amp; BEHAVIOR TAXONOMY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Full Working Prototype Demonstrating 12 Godrej Scenarios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Complete Coverage of Warehouse Material Handling Risks with Physics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60604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1. High Drop Impact</a:t>
            </a:r>
          </a:p>
          <a:p>
            <a:pPr>
              <a:defRPr sz="850">
                <a:solidFill>
                  <a:srgbClr val="EF4444"/>
                </a:solidFill>
              </a:defRPr>
            </a:pPr>
            <a:r>
              <a:t>a=9.6m/s², 89J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45920"/>
            <a:ext cx="260604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2. Floor Dragging</a:t>
            </a:r>
          </a:p>
          <a:p>
            <a:pPr>
              <a:defRPr sz="850">
                <a:solidFill>
                  <a:srgbClr val="F59E0B"/>
                </a:solidFill>
              </a:defRPr>
            </a:pPr>
            <a:r>
              <a:t>4.2m friction abrasion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645920"/>
            <a:ext cx="260604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3. Carton Tossing</a:t>
            </a:r>
          </a:p>
          <a:p>
            <a:pPr>
              <a:defRPr sz="850">
                <a:solidFill>
                  <a:srgbClr val="EF4444"/>
                </a:solidFill>
              </a:defRPr>
            </a:pPr>
            <a:r>
              <a:t>Parabolic projectile v=3m/s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645920"/>
            <a:ext cx="260604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4. Inverted Stacking</a:t>
            </a:r>
          </a:p>
          <a:p>
            <a:pPr>
              <a:defRPr sz="850">
                <a:solidFill>
                  <a:srgbClr val="EF4444"/>
                </a:solidFill>
              </a:defRPr>
            </a:pPr>
            <a:r>
              <a:t>42kg load on 6kg light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60604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5. Pallet Overhang</a:t>
            </a:r>
          </a:p>
          <a:p>
            <a:pPr>
              <a:defRPr sz="850">
                <a:solidFill>
                  <a:srgbClr val="F59E0B"/>
                </a:solidFill>
              </a:defRPr>
            </a:pPr>
            <a:r>
              <a:t>38% offset, 14.2° tilt lean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108960"/>
            <a:ext cx="260604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6. Zone Obstruction</a:t>
            </a:r>
          </a:p>
          <a:p>
            <a:pPr>
              <a:defRPr sz="850">
                <a:solidFill>
                  <a:srgbClr val="EF4444"/>
                </a:solidFill>
              </a:defRPr>
            </a:pPr>
            <a:r>
              <a:t>Pallet in forklift drive lane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108960"/>
            <a:ext cx="260604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7. Solo Heavy Lift</a:t>
            </a:r>
          </a:p>
          <a:p>
            <a:pPr>
              <a:defRPr sz="850">
                <a:solidFill>
                  <a:srgbClr val="F59E0B"/>
                </a:solidFill>
              </a:defRPr>
            </a:pPr>
            <a:r>
              <a:t>34kg lift, 42° spine strain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3108960"/>
            <a:ext cx="260604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8. Stepping on Cartons</a:t>
            </a:r>
          </a:p>
          <a:p>
            <a:pPr>
              <a:defRPr sz="850">
                <a:solidFill>
                  <a:srgbClr val="EF4444"/>
                </a:solidFill>
              </a:defRPr>
            </a:pPr>
            <a:r>
              <a:t>72kg worker standing on box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260604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9. Carton Tumbling</a:t>
            </a:r>
          </a:p>
          <a:p>
            <a:pPr>
              <a:defRPr sz="850">
                <a:solidFill>
                  <a:srgbClr val="F59E0B"/>
                </a:solidFill>
              </a:defRPr>
            </a:pPr>
            <a:r>
              <a:t>90° corner slam rotation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4572000"/>
            <a:ext cx="260604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10. Strap Pulling</a:t>
            </a:r>
          </a:p>
          <a:p>
            <a:pPr>
              <a:defRPr sz="850">
                <a:solidFill>
                  <a:srgbClr val="F59E0B"/>
                </a:solidFill>
              </a:defRPr>
            </a:pPr>
            <a:r>
              <a:t>176N tension on plastic band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4572000"/>
            <a:ext cx="260604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11. Dock Gap Hazard</a:t>
            </a:r>
          </a:p>
          <a:p>
            <a:pPr>
              <a:defRPr sz="850">
                <a:solidFill>
                  <a:srgbClr val="EF4444"/>
                </a:solidFill>
              </a:defRPr>
            </a:pPr>
            <a:r>
              <a:t>14cm unbridged gap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4572000"/>
            <a:ext cx="260604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12. Forklift Pinch</a:t>
            </a:r>
          </a:p>
          <a:p>
            <a:pPr>
              <a:defRPr sz="850">
                <a:solidFill>
                  <a:srgbClr val="EF4444"/>
                </a:solidFill>
              </a:defRPr>
            </a:pPr>
            <a:r>
              <a:t>&lt;1.2m proximity blind zone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43600"/>
            <a:ext cx="10728655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Live Working Demo: Video Analytics HUD • 3D Digital Twin • Edge Ingestion • Copilot RAG • Shift RCA • Gamified Scorecards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SLIDE 5 • IMPACT, DAMAGE PREVENTION &amp; VALIDATION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Quantifiable Business ROI &amp; Multi-Stakeholder Validation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Direct Financial Savings, Claims Avoidance, and Non-Punitive Ergonomic Coaching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DAMAGE REDUCTION</a:t>
            </a:r>
          </a:p>
          <a:p>
            <a:pPr>
              <a:defRPr sz="3200" b="1">
                <a:solidFill>
                  <a:srgbClr val="10B981"/>
                </a:solidFill>
              </a:defRPr>
            </a:pPr>
            <a:r>
              <a:t>-78.4%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Drop, tilt &amp; inverted crush damage decrease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2900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ANNUAL COST AVOIDANCE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₹46.1 Lakhs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Per hub (based on 4,500 daily units)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2900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ROI PAYBACK PERIOD</a:t>
            </a:r>
          </a:p>
          <a:p>
            <a:pPr>
              <a:defRPr sz="3200" b="1">
                <a:solidFill>
                  <a:srgbClr val="A855F7"/>
                </a:solidFill>
              </a:defRPr>
            </a:pPr>
            <a:r>
              <a:t>&lt; 3.2 Months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Software-only deployment over existing CCTV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56032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STAKEHOLDER FEEDBACK &amp; USER VALIDATION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Warehouse Supervisor: '1-click Shift RCA saves 45 mins of daily incident paperwork and pinpoints bay root causes.'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Loading Operator: 'Hindi audio alerts provide intuitive coaching on heavy lifts without feeling like a punitive penalty.'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Quality &amp; Logistics Manager: 'Frame-accurate kinematics evidence simplifies carrier insurance claims and vendor damage recovery.'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Safety Officer: 'Forklift pinch zone and worker silhouette anonymization ensure high union and labor compliance.'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SLIDE 6 • RESPONSIBLE AI &amp; ENTERPRISE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Responsible AI Governance &amp; Enterprise Scaling Horizon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Building the Autonomous Field Intelligence Platform Across the Physical Supply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RESPONSIBLE AI GOVERNANCE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Edge Silhouette Anonymization: Automatic face blurring and worker avatar silhouette rendering to protect worker privacy.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Non-Punitive Culture: Gamified team leaderboards, positive streaks, and milestone badges (Zero-Drop Vanguard).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Human-in-the-Loop: AI identifies 'Potential Risk'; human supervisors confirm and sign off on damage events.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Transparent Ergonomics: Focuses strictly on physical kinematics (lift vectors, angles, weights) rather than individual identity.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THE ENTERPRISE PHYSICAL OPERATIONS HORIZON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Physical Enterprise Scale: The same PI-TK architecture scales across the entire Godrej physical enterprise: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Factory ➔ Warehouse ➔ Distribution Center ➔ Loading Bay ➔ Retail Hub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Multi-Camera Sensor Fusion: Seamless tracking of inventory across multi-angle CCTV feeds.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WMS &amp; ERP Deep Integration: Auto-dispatching work orders to replace unbridged dock plates or restack pallets.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Production Deployment: Zero specialized hardware required — runs on standard IP cameras &amp; edge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943600"/>
            <a:ext cx="10728655" cy="548640"/>
          </a:xfrm>
          <a:prstGeom prst="round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🏆 LoadGuard AI — Ready for Production Deployment at Godrej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